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640080"/>
            <a:ext cx="2743200" cy="27432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 AUTOCODE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Progress Review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2004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Hariharan B  |  2024DA04024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in Data Science and Engineering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O9 Solutions, Bangalore  |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 Autocode Agent is a web-based AI platform that lets business analysts query structured datasets through natural language, with zero code required.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Understand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upload CSV or Parquet files. A 10-step EDA pipeline automatically profiles the dataset: shape, types, missing values, statistics and duplicates. It then writes a structured Markdown report.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173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47288" y="1828800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1 multi agent group (Manager + Metadata Specialist) synthesises EDA metadata into an Implementation Plan. The user reviews, annotates, and approves it before any code runs.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141732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417320"/>
            <a:ext cx="2834640" cy="36576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Validate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10528" y="1828800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agents (Coder, Executor, FeedbackAgent) generate Python code, execute it, and validate the output, retrying up to 12 rounds, then stream the final answer back to the chat.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2186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5478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Framework: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5478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for both planning and execution phases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0448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496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 LLM):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849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inference. No data leaves the machine, no per-token cost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41513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18: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41513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REST/WebSocket server + real-time streaming chat frontend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50799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4453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44531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Context_Manager compresses each turn into session_context.json for coherent multi turn dialogue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Multi-Agent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Proxy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user queries to the planning pipeline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planning agents and collects the plan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Specialist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EDA metadata and produces the Implementation Plan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Annotation Studio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 review, highlight &amp; comment before approval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344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Execution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737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929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Python analytics code from the approved plan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267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Agent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459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via subprocess; captures stdout/stderr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output against original query (up to 12 rounds)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turn logs into session_context.json for memory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Technical Highlights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Literature &amp;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52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Limitation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LLM based systems struggle with complex tabular data without detailed structured prompting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039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full datasets with external cloud models creates confidentiality exposure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779776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825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Advantage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planning and execution reduces LLM cognitive load and errors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611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Strategy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8039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first profiling gives agents accurate context without seeing raw data rows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822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07008"/>
          <a:ext cx="4206240" cy="347472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uvicorn (port 8000)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 SPA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 (pyautogen)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Ollama, minimax-m2.5:cloud (local)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Rounds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10  |  Phase 2: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Formats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Apache Parquet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Formats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TXT, HTML (Plotly charts)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subprocess.run(), isolated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 &amp; Current Status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17043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847088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170432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3127248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89888"/>
          <a:ext cx="8595360" cy="3474720"/>
        </p:xfrm>
        <a:graphic>
          <a:graphicData uri="http://schemas.openxmlformats.org/drawingml/2006/table">
            <a:tbl>
              <a:tblPr/>
              <a:tblGrid>
                <a:gridCol w="320040"/>
                <a:gridCol w="1828800"/>
                <a:gridCol w="5212080"/>
                <a:gridCol w="1234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Dissertation Outline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knowledge base and prepare dissertation outline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literature review and study of market data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design, multi-agent pipeline, React 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testing, user evaluation, and conclusion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Dissertation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to supervisor and additional examiner for feedback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Submission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review and submission of dissertation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Achieved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two-phase multi-agent pipeline designed and implemented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first metadata strategy validated for structured datasets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 plan review (Plan Annotation Studio) built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via Ollama ensures data privacy and cost control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across turns via JSON context file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frontend with live streaming agent reasoning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Milestones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2435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0060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and user evaluation with real datasets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002536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039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Review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0060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dissertation to supervisor and additional examiner for feedback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834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and submission of dissertation to BITS Pilani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 Autocode Agent  |  Hariharan B  |  2024DA04024  |  BITS Pilani, April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AIE Autocode Agent Mid-Term Review</dc:title>
  <dc:subject>PptxGenJS Presentation</dc:subject>
  <dc:creator>PptxGenJS</dc:creator>
  <cp:lastModifiedBy>PptxGenJS</cp:lastModifiedBy>
  <cp:revision>1</cp:revision>
  <dcterms:created xsi:type="dcterms:W3CDTF">2026-06-26T09:54:49Z</dcterms:created>
  <dcterms:modified xsi:type="dcterms:W3CDTF">2026-06-26T09:54:49Z</dcterms:modified>
</cp:coreProperties>
</file>