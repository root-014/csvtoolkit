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6400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AIE AUTOCODE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Final Dissertation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97480"/>
            <a:ext cx="32004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Hariharan B  |  2024DA04024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M.Tech in Data Science and Engineering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O9 Solutions, Bangalore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AIE Autocode Agent is a web-based AI platform that lets business analysts query structured datasets through natural language, with zero code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834640" cy="16916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83464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Upload &amp;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2615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Analysts upload CSV or Parquet files. A 10-step EDA pipeline automatically profiles the dataset: shape, types, missing values, statistics and duplicates. It then writes a structured Markdown report.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834640" cy="16916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83464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1732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Plan &amp;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874520"/>
            <a:ext cx="2615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A Phase 1 multi-agent group (Manager + Metadata Specialist) synthesises EDA metadata into an Implementation Plan. The user reviews, annotates, and approves it before any code runs.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2834640" cy="16916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283464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 &amp;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874520"/>
            <a:ext cx="2615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Phase 2 agents (Coder, Executor, FeedbackAgent) generate Python code, execute it, and validate the output, retrying up to 12 rounds, then stream the final answer back to the chat.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1868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Technology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30168"/>
            <a:ext cx="128016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575304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AutoGen Framework: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575304"/>
            <a:ext cx="64739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Multi-agent orchestration for both planning and execution phases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128016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77055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Ollama (Local LLM):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3877055"/>
            <a:ext cx="64739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On-premises inference. No data leaves the machine, no per-token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33672"/>
            <a:ext cx="128016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178807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FastAPI + React 18: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4178807"/>
            <a:ext cx="64739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Backend REST/WebSocket server + real-time streaming chat frontend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35424"/>
            <a:ext cx="128016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480559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Session Memory: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480559"/>
            <a:ext cx="64739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Context_Manager compresses each turn into session_context.json for coherent multi-turn dialogue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Two-Phase Multi-Agent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1148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1: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User Proxy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938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Bridges user queries to the planning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973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Orchestrates planning agents and collects the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98064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Metadata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9008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Analyses EDA metadata and produces the Implementation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Plan Annotation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Human-in-the-loop review, highlight &amp; comment before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234440"/>
            <a:ext cx="41148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2: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Coder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92938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Generates Python analytics code from the approved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26771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Executor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45973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Runs code via subprocess; captures stdout/stderr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798064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Feedback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99008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Validates output against original query (up to 12 rounds)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328416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65A82"/>
                </a:solidFill>
                <a:latin typeface="Calibri"/>
              </a:rPr>
              <a:t>Context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5204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Compresses turn logs into session_context.json for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Testing, Results &amp;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Testing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07008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52728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Defects Found &amp;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44752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Tool-invocation mismatches and UI-streaming issues were identified and resolved across the build cycle (Builds 4.0-8.5).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93392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Functional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31136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504-row holiday dataset and 276,577-row NA revenue dataset both produced correct, FeedbackAgent-approved answers end-to-end.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79776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25496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Forecasting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17520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WMAPE benchmarking: 12.49% (USA) and 35.4% (Canada) vs. the existing enterprise forecast, correctly identified as more accurate.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11880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Known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03904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No execution sandboxing, a bounded 12-round retry loop, and a dev-mode CORS/auth posture are flagged for future hardening.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8229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Technical Specifications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09160" y="1207008"/>
          <a:ext cx="4206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51760"/>
              </a:tblGrid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FastAPI + uvicorn (port 8000)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React 18 + Vite SPA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AutoGen (pyautogen)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Ollama, minimax-m2.5:cloud (local)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Max Rounds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Phase 1: 10  |  Phase 2: 12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 Formats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CSV, Apache Parquet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 Formats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CSV, TXT, HTML (Plotly charts)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Code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subprocess.run(), isolated 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Development Roadmap &amp; Final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1170432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47088" y="114300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In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170432"/>
            <a:ext cx="164592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14300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Pending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389888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554480"/>
                <a:gridCol w="4846320"/>
                <a:gridCol w="182880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Dissertation Outline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Expand knowledge base and prepare dissertation outline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Literature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Expand literature review and study of market data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Design &amp; Development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System design, multi-agent pipeline, frontend/backend build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Software testing, user evaluation, bug fixes (Builds 4.0-8.5)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Dissertation Review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Submit to supervisor and additional examiner for feedback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Final Submission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Final review and submission of dissertation to BITS Pilani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What's Been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4114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Full two-phase multi-agent pipeline designed, implemented, and tested end-to-end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EDA-first metadata strategy validated across multiple real datasets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Human-in-the-loop Plan Annotation Studio built and used in every run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Iterative testing found and fixed tool-invocation and UI-streaming defects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Applied as a forecasting case study, benchmarking WMAPE against an enterprise forecast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All stated dissertation objectives 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8229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Recommendations for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207008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  <a:latin typeface="Calibri"/>
              </a:rPr>
              <a:t>Containerized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447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Replace subprocess execution with a per-request Docker sandbox for safe multi-tenant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02536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39112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Auth &amp; Session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Add authentication and per-user session isolation; restrict CORS before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798064"/>
            <a:ext cx="4206240" cy="685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834640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Calibri"/>
              </a:rPr>
              <a:t>Deeper Analytical Drill-Down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358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Extend to channel/product-level forecasting and allow larger cloud-hosted LLMs for complex requests.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CADCFC"/>
                </a:solidFill>
                <a:latin typeface="Calibri"/>
              </a:rPr>
              <a:t>AIE Autocode Agent  |  Hariharan B  |  2024DA04024  |  BITS Pilani,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